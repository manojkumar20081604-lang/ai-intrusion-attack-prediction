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7"/>
    <p:sldId id="272" r:id="rId18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cyber_graphic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slide19_visual.png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91440"/>
            <a:ext cx="3200400" cy="5047488"/>
          </a:xfrm>
          <a:prstGeom prst="rect">
            <a:avLst/>
          </a:prstGeom>
          <a:solidFill>
            <a:srgbClr val="152050"/>
          </a:solidFill>
          <a:ln w="12700">
            <a:solidFill>
              <a:srgbClr val="152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50000"/>
            <a:ext cx="530352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Intrusion Detection &amp; Attack Prediction System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980000"/>
            <a:ext cx="219456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1000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300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Manojkumar M  ·  Thirumalai Raman N  ·  Harish Raj S  ·  Balaji 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7000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Artificial Intelligence &amp; Data Science  |  1st Year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00" name="CyberGraph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000" y="200000"/>
            <a:ext cx="31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Network Security &amp; IDS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protection matters — and what an IDS does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IDS  ·  Manojkumar M  ·  Thirumalai Raman N  ·  Harish Raj S  ·  Balaji E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0"/>
            <a:ext cx="8686800" cy="1417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8600" y="2651760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2651760"/>
            <a:ext cx="416052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651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– Intrusion Detection System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20040" y="2953512"/>
            <a:ext cx="39776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342900" marL="342900"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</a:rPr>
              <a:t>Monitors all network traffic for suspicious activity in real time</a:t>
            </a:r>
          </a:p>
          <a:p>
            <a:pPr indent="-342900" marL="342900"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</a:rPr>
              <a:t>Alerts administrators when malicious behaviour is detected</a:t>
            </a:r>
          </a:p>
          <a:p>
            <a:pPr indent="-342900" marL="342900"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</a:rPr>
              <a:t>Acts as a digital security camera for your entire network</a:t>
            </a:r>
          </a:p>
          <a:p>
            <a:pPr indent="-342900" marL="342900"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</a:rPr>
              <a:t>Detects both known attacks (signatures) and unknown threats (anomalies)</a:t>
            </a:r>
          </a:p>
          <a:p>
            <a:pPr indent="-342900" marL="342900"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</a:rPr>
              <a:t>Logs events for forensic analysis and compliance reporting</a:t>
            </a:r>
          </a:p>
        </p:txBody>
      </p:sp>
      <p:sp>
        <p:nvSpPr>
          <p:cNvPr id="13" name="Shape 10"/>
          <p:cNvSpPr/>
          <p:nvPr/>
        </p:nvSpPr>
        <p:spPr>
          <a:xfrm>
            <a:off x="4526280" y="2651760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6280" y="2651760"/>
            <a:ext cx="2103120" cy="274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Network-Based IDS (NIDS)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617720" y="2953512"/>
            <a:ext cx="19202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all traffic at the network segment. Detects threats at the perimeter before reaching any endpoint device.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766560" y="2651760"/>
            <a:ext cx="2103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766560" y="2651760"/>
            <a:ext cx="2103120" cy="274320"/>
          </a:xfrm>
          <a:prstGeom prst="rect">
            <a:avLst/>
          </a:prstGeom>
          <a:solidFill>
            <a:srgbClr val="5A4A9A"/>
          </a:solidFill>
          <a:ln w="12700">
            <a:solidFill>
              <a:srgbClr val="5A4A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Host-Based IDS (HIDS)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858000" y="2953512"/>
            <a:ext cx="19202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on individual machines. Monitors local logs, file changes, and user activities in real time for internal threats.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— Why Traditional Security Fails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IDS vs real-world attack complexity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IDS  ·  Manojkumar M  ·  Thirumalai Raman N  ·  Harish Raj S  ·  Balaji E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0"/>
            <a:ext cx="4572000" cy="2487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37760" y="1115568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115568"/>
            <a:ext cx="54864" cy="6400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47488" y="11704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Attacks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47488" y="13898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vulnerabilities exploited before any patch exists — traditional IDS is completely blind.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937760" y="1837944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37760" y="1837944"/>
            <a:ext cx="54864" cy="6400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47488" y="1892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Malware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47488" y="21122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Self-modifying code constantly changes its signature, evading every rule-based engine.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937760" y="256032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37760" y="2560320"/>
            <a:ext cx="54864" cy="6400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47488" y="26151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Threats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47488" y="28346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Persistent Threats operate at low intensity over months, below all thresholds.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937760" y="3282696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937760" y="3282696"/>
            <a:ext cx="54864" cy="6400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47488" y="3337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Positives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47488" y="35570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engines flag legitimate traffic causing alert fatigue and missed real threats.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937760" y="4005072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937760" y="4005072"/>
            <a:ext cx="54864" cy="6400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47488" y="40599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Rule Updates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047488" y="42793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techniques evolve daily; signatures update weekly — a dangerous detection gap.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Real-World Cyber Incidents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the threat demands an intelligent response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IDS  ·  Manojkumar M  ·  Thirumalai Raman N  ·  Harish Raj S  ·  Balaji E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78992"/>
            <a:ext cx="2926080" cy="29077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0" y="10789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Real-World Incidents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55778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0" y="1481328"/>
            <a:ext cx="5577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1481328"/>
            <a:ext cx="594360" cy="5486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148132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931920" y="1517904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 Dota 2 cheaters caught via honeypot — proving real-world honeypot effectiveness.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91840" y="2093976"/>
            <a:ext cx="5577840" cy="54864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0" y="2093976"/>
            <a:ext cx="594360" cy="5486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91840" y="209397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931920" y="213055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breach — social engineering bypassed MFA, exposing internal systems.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91840" y="2706624"/>
            <a:ext cx="5577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91840" y="2706624"/>
            <a:ext cx="594360" cy="5486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91840" y="2706624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931920" y="274320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Colonial Pipeline ransomware — $4.4M paid, US fuel supply disrupted for days.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291840" y="3319272"/>
            <a:ext cx="5577840" cy="54864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91840" y="3319272"/>
            <a:ext cx="594360" cy="5486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91840" y="331927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931920" y="335584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 — 18,000 organisations compromised including US government; undetected for months.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91840" y="3931920"/>
            <a:ext cx="5577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91840" y="3931920"/>
            <a:ext cx="594360" cy="5486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91840" y="39319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931920" y="396849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Chalubo botnet found by SophosLabs honeypot — early detection prevented wider infection.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isolated Virtual Machines — safe, repeatable, and realistic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IDS  ·  Manojkumar M  ·  Thirumalai Raman N  ·  Harish Raj S  ·  Balaji E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78992"/>
            <a:ext cx="86868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Collection, Preprocessing &amp; Feature Extraction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attack traffic to model-ready intelligence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IDS  ·  Manojkumar M  ·  Thirumalai Raman N  ·  Harish Raj S  ·  Balaji E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78992"/>
            <a:ext cx="868680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8600" y="2587752"/>
            <a:ext cx="2743200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2587752"/>
            <a:ext cx="274320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587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(Cowrie)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20040" y="2889504"/>
            <a:ext cx="25603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Emulates SSH/Telnet server, silently trapping attackers. Logs every command, credential and file transfer. Every interaction is malicious by definition. Output: JSON logs → ML training data.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08960" y="2587752"/>
            <a:ext cx="2743200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08960" y="2587752"/>
            <a:ext cx="2743200" cy="274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2587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— Packet Capture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200400" y="2889504"/>
            <a:ext cx="25603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continuously on VM1. Captures ALL network packets — both benign and attack traffic simultaneously — as binary .pcap files ready for conversion.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89320" y="2587752"/>
            <a:ext cx="2926080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9320" y="2587752"/>
            <a:ext cx="2926080" cy="274320"/>
          </a:xfrm>
          <a:prstGeom prst="rect">
            <a:avLst/>
          </a:prstGeom>
          <a:solidFill>
            <a:srgbClr val="5A4A9A"/>
          </a:solidFill>
          <a:ln w="12700">
            <a:solidFill>
              <a:srgbClr val="5A4A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2587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Tshark / Wireshark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080760" y="2889504"/>
            <a:ext cx="27432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.pcap to structured .csv. Extracts: source/dest IP, protocol, packet length, TCP flags, port numbers, and inter-arrival timing between packets.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Used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+ unsupervised methods for complete threat coverage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IDS  ·  Manojkumar M  ·  Thirumalai Raman N  ·  Harish Raj S  ·  Balaji E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78992"/>
            <a:ext cx="5303520" cy="2651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0" y="1078992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1078992"/>
            <a:ext cx="324612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0789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60720" y="138074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accuracy. Ensemble of hundreds of decision trees. Primary classifier for known attack detection.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69280" y="1993392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1993392"/>
            <a:ext cx="3246120" cy="274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19933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760720" y="229514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anomaly detection. No labels needed. Catches zero-day and novel unknown threats.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0" y="2907792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69280" y="2907792"/>
            <a:ext cx="324612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29077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760720" y="320954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 baseline model. Validates Random Forest results against a simpler approach.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669280" y="3822192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669280" y="3822192"/>
            <a:ext cx="3246120" cy="274320"/>
          </a:xfrm>
          <a:prstGeom prst="rect">
            <a:avLst/>
          </a:prstGeom>
          <a:solidFill>
            <a:srgbClr val="5A4A9A"/>
          </a:solidFill>
          <a:ln w="12700">
            <a:solidFill>
              <a:srgbClr val="5A4A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0" y="3822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 (Future)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760720" y="412394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learning: learns to reconstruct normal traffic. High reconstruction error = anomaly.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System: Attack Detection &amp; AI Prediction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 cascade classification + proactive attack anticipation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IDS  ·  Manojkumar M  ·  Thirumalai Raman N  ·  Harish Raj S  ·  Balaji E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78992"/>
            <a:ext cx="3017520" cy="3611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56432" y="1078992"/>
            <a:ext cx="5458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Attack Prediction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56432" y="1371600"/>
            <a:ext cx="5458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detection — anticipating attacks BEFORE they fully materialise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56432" y="1691640"/>
            <a:ext cx="545896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56432" y="1691640"/>
            <a:ext cx="5458968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178308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Baseline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566160" y="20208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normal traffic patterns. Any significant deviation is flagged immediately as suspicious before a full attack even begins.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456432" y="2459736"/>
            <a:ext cx="545896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56432" y="2459736"/>
            <a:ext cx="5458968" cy="5486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255117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Pattern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66160" y="2788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port scans trigger alerts before the full brute-force attack begins — giving critical response time to analysts.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456432" y="3227832"/>
            <a:ext cx="545896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456432" y="3227832"/>
            <a:ext cx="5458968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66160" y="331927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LSTM (Future)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566160" y="355701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networks will detect slow multi-stage APT attacks unfolding over days — invisible to threshold methods.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456432" y="3995928"/>
            <a:ext cx="545896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56432" y="3995928"/>
            <a:ext cx="5458968" cy="5486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66160" y="408736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566160" y="43251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prediction: auto-trigger alerts, block offending IPs, and isolate compromised network nodes instantly.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 Diagram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and decision flow with automated retraining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IDS  ·  Manojkumar M  ·  Thirumalai Raman N  ·  Harish Raj S  ·  Balaji E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78992"/>
            <a:ext cx="8686800" cy="2377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8600" y="361188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3611880"/>
            <a:ext cx="420624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3611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NORMAL TRAFFIC — Flow Continues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20040" y="39136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passes uninterrupted. Session logged for baseline learning and queued for next 24-hour model retraining cycle.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17720" y="361188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3611880"/>
            <a:ext cx="420624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3611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ATTACK DETECTED — Immediate Response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709160" y="39136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raised instantly. IP blocked. Security dashboard notified. Event logged and queued for retraining — model improves.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Technologies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libraries, and frameworks powering the system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IDS  ·  Manojkumar M  ·  Thirumalai Raman N  ·  Harish Raj S  ·  Balaji E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78992"/>
            <a:ext cx="5120640" cy="26334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32120" y="1078992"/>
            <a:ext cx="3383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32120" y="1078992"/>
            <a:ext cx="3383280" cy="2743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2356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&amp; ML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623560" y="138074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Bash, Scikit-learn, TensorFlow / Keras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32120" y="1993392"/>
            <a:ext cx="3383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120" y="1993392"/>
            <a:ext cx="3383280" cy="274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2356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23560" y="229514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Matplotlib, Seaborn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32120" y="2907792"/>
            <a:ext cx="3383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32120" y="2907792"/>
            <a:ext cx="3383280" cy="274320"/>
          </a:xfrm>
          <a:prstGeom prst="rect">
            <a:avLst/>
          </a:prstGeom>
          <a:solidFill>
            <a:srgbClr val="5A4A9A"/>
          </a:solidFill>
          <a:ln w="12700">
            <a:solidFill>
              <a:srgbClr val="5A4A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23560" y="2907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Tools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23560" y="320954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TCPDump, Tshark, Wireshark, VirtualBox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532120" y="3822192"/>
            <a:ext cx="3383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32120" y="3822192"/>
            <a:ext cx="33832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23560" y="3822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Dashboard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623560" y="412394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(&lt;10ms), Kibana, Power BI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Real-World Applications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key strengths + critical industry impact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IDS  ·  Manojkumar M  ·  Thirumalai Raman N  ·  Harish Raj S  ·  Balaji 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78992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" y="1188720"/>
            <a:ext cx="347472" cy="34747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2070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&amp; Unknown Attacks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" y="1609344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accuracy on known. Isolation Forest catches zero-day threats automatically.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27248" y="1078992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36976" y="1188720"/>
            <a:ext cx="347472" cy="34747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6976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75888" y="12070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Attacker 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36976" y="1609344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Cowrie captures authentic hacker commands — far more realistic than synthetic datasets.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25896" y="1078992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35624" y="1188720"/>
            <a:ext cx="347472" cy="34747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35624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74536" y="120700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Flask API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35624" y="1609344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in &lt;10ms. Any SIEM can query for live traffic classification instantly.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37744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" y="2487168"/>
            <a:ext cx="347472" cy="34747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250545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False Positive Rate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" y="290779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approaching 1.0 — legitimate traffic rarely flagged, reducing alert fatigue.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27248" y="237744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36976" y="2487168"/>
            <a:ext cx="347472" cy="34747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36976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75888" y="250545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Self-Improvement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36976" y="290779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 retrains every 24 hours. If new model outperforms old, it auto-deploys.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25896" y="2377440"/>
            <a:ext cx="27432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35624" y="2487168"/>
            <a:ext cx="347472" cy="347472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35624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74536" y="250545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35624" y="290779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3-VM design expands easily. Integrates with any SIEM or cloud security infrastructure.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3822192"/>
            <a:ext cx="9144000" cy="23774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382219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37160" y="4133088"/>
            <a:ext cx="1353312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" y="413308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AWS / Azure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618488" y="4133088"/>
            <a:ext cx="1353312" cy="5029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18488" y="413308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099816" y="4133088"/>
            <a:ext cx="1353312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99816" y="413308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Networks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81144" y="4133088"/>
            <a:ext cx="1353312" cy="5029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81144" y="413308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Defence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062472" y="4133088"/>
            <a:ext cx="1353312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62472" y="413308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Control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543800" y="4133088"/>
            <a:ext cx="1353312" cy="5029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43800" y="413308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Attack – Attack Scenario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detects and responds in real time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IDS  ·  Manojkumar M  ·  Thirumalai Raman N  ·  Harish Raj S  ·  Balaji 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78992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78992"/>
            <a:ext cx="2743200" cy="32918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" y="1143000"/>
            <a:ext cx="219456" cy="21945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143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1152144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Initiated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" y="1481328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on VM2 runs Hydra targeting SSH on VM1 — hundreds of password attempts per second.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27248" y="1078992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27248" y="1078992"/>
            <a:ext cx="2743200" cy="32918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143000"/>
            <a:ext cx="219456" cy="21945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143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0" y="1152144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Traps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36976" y="1481328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Cowrie intercepts all attempts. Logs every username, password and session. Attacker is unaware.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25896" y="1078992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25896" y="1078992"/>
            <a:ext cx="2743200" cy="32918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9048" y="1143000"/>
            <a:ext cx="219456" cy="21945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9048" y="1143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73368" y="1152144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Captured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35624" y="1481328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records SSH packets — rapid-fire connections from single IP — classic brute force signature.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2889504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889504"/>
            <a:ext cx="2743200" cy="32918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" y="2953512"/>
            <a:ext cx="219456" cy="21945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" y="2953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6072" y="2962656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" y="3291840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Tshark to CSV: high connection rate, repeated auth failures, short sessions, single source IP.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27248" y="2889504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27248" y="2889504"/>
            <a:ext cx="2743200" cy="32918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2953512"/>
            <a:ext cx="219456" cy="21945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2953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74720" y="2962656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36976" y="3291840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ATTACK = 1. Confidence: 99.2%. Alert triggered in under 10 milliseconds.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25896" y="2889504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25896" y="2889504"/>
            <a:ext cx="2743200" cy="32918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99048" y="2953512"/>
            <a:ext cx="219456" cy="219456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99048" y="29535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73368" y="2962656"/>
            <a:ext cx="2340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&amp; Retrain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35624" y="3291840"/>
            <a:ext cx="2578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blocked. Dashboard alerts team. Event logged and queued for 24-hour model retraining.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a fully autonomous, self-healing IDS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IDS  ·  Manojkumar M  ·  Thirumalai Raman N  ·  Harish Raj S  ·  Balaji E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78992"/>
            <a:ext cx="8686800" cy="1737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8600" y="2944368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2944368"/>
            <a:ext cx="2743200" cy="2560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94436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Networks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0040" y="3236976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temporal sequences — ideal for slow multi-stage APT attacks unfolding over days or weeks.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3127248" y="2944368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27248" y="2944368"/>
            <a:ext cx="2743200" cy="2560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18688" y="294436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Analysis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18688" y="3236976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layers detect local patterns in network data — effective for DDoS and protocol anomalies.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6025896" y="2944368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25896" y="2944368"/>
            <a:ext cx="274320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17336" y="294436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17336" y="3236976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retrain → validate → deploy pipeline. Zero manual intervention required.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228600" y="3767328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28600" y="3767328"/>
            <a:ext cx="2743200" cy="256032"/>
          </a:xfrm>
          <a:prstGeom prst="rect">
            <a:avLst/>
          </a:prstGeom>
          <a:solidFill>
            <a:srgbClr val="5A4A9A"/>
          </a:solidFill>
          <a:ln w="12700">
            <a:solidFill>
              <a:srgbClr val="5A4A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37673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Cowrie Feed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20040" y="4059936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log streaming into detection engine — eliminates the 24-hour retraining delay completely.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3127248" y="3767328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27248" y="3767328"/>
            <a:ext cx="2743200" cy="256032"/>
          </a:xfrm>
          <a:prstGeom prst="rect">
            <a:avLst/>
          </a:prstGeom>
          <a:solidFill>
            <a:srgbClr val="B7410E"/>
          </a:solidFill>
          <a:ln w="12700">
            <a:solidFill>
              <a:srgbClr val="B7410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18688" y="37673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Dashboard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218688" y="4059936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 monitoring of attack trends, model confidence, and alert frequency.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6025896" y="3767328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025896" y="3767328"/>
            <a:ext cx="27432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17336" y="37673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117336" y="4059936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Security Hub and Azure Sentinel integration — monitor thousands of cloud nodes simultaneously.</a:t>
            </a:r>
            <a:endParaRPr lang="en-US" sz="8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reactive rules and adaptive intelligence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IDS  ·  Manojkumar M  ·  Thirumalai Raman N  ·  Harish Raj S  ·  Balaji 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107899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AI-IDS system proves that combining Machine Learning with Honeypot technology creates a security system that is smarter, faster, and more adaptive than any traditional approach.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664208"/>
            <a:ext cx="3017520" cy="3017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29000" y="1664208"/>
            <a:ext cx="5440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664208"/>
            <a:ext cx="64008" cy="65836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6160" y="1719072"/>
            <a:ext cx="5230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IDS is Not Enough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566160" y="1965960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systems fail against zero-day attacks, APTs, and polymorphic malware.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429000" y="2414016"/>
            <a:ext cx="5440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29000" y="2414016"/>
            <a:ext cx="64008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66160" y="2468880"/>
            <a:ext cx="5230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— Traditional Rules Don't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566160" y="2715768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adapts continuously. Random Forest &gt;95% accuracy. Unsupervised models cover the rest.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429000" y="3163824"/>
            <a:ext cx="5440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29000" y="3163824"/>
            <a:ext cx="64008" cy="65836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66160" y="3218688"/>
            <a:ext cx="5230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Provide Real Intelligence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66160" y="3465576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Cowrie captures authentic attacker behaviour — far more realistic than synthetic datasets.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429000" y="3913632"/>
            <a:ext cx="5440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429000" y="3913632"/>
            <a:ext cx="64008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66160" y="3968496"/>
            <a:ext cx="5230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Scalable, Future-Ready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566160" y="4215384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Sub-10ms Flask API. Scales from 3-VM lab to cloud-level deployment across thousands of nodes.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 name="Slide 19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943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7432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Intrusion Detection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Attack Prediction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Manojkumar M  ·  Thirumalai Raman N  ·  Harish Raj S  ·  Balaji 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9923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Artificial Intelligence &amp; Data Science  |  1st Year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300" name="Slide19Visu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"/>
            <a:ext cx="3200400" cy="505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2026-03-08T08:31:44Z</dcterms:created>
  <dcterms:modified xsi:type="dcterms:W3CDTF">2026-03-08T08:31:44Z</dcterms:modified>
</cp:coreProperties>
</file>